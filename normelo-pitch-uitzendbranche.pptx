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Normelo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compliance voor de uitzendbranche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Certificeer uw medewerkers. Bewijs uw compliance. Blijf actueel.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hireai-certified.vercel.app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840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EU AI Act is er. En hij geldt voor u.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371600"/>
            <a:ext cx="2423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371600"/>
            <a:ext cx="2423160" cy="54864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4592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aug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E85D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Hoog-risico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verplichtingen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kracht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1371600"/>
            <a:ext cx="2423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371600"/>
            <a:ext cx="242316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164592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€35M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703320" y="29260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Maximale boete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overtreding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 7% omzet)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371600"/>
            <a:ext cx="2423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1371600"/>
            <a:ext cx="2423160" cy="54864"/>
          </a:xfrm>
          <a:prstGeom prst="rect">
            <a:avLst/>
          </a:prstGeom>
          <a:solidFill>
            <a:srgbClr val="1B8A6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164592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8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4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400800" y="292608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AI-geletterdheid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 al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de uitzendbranche extra kwetsbaar is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III van de AI Act classificeert AI-systemen voor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werving en selectie als hoog-risico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geldt voor elk uitzendbureau dat AI gebruikt bij: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CV-screening en matching-algoritmes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Geautomatiseerde kandidaatbeoordeling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in het sollicitatieproces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Voorspellende modellen voor selectie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0" y="1280160"/>
            <a:ext cx="3566160" cy="3200400"/>
          </a:xfrm>
          <a:prstGeom prst="rect">
            <a:avLst/>
          </a:prstGeom>
          <a:solidFill>
            <a:srgbClr val="FFF0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035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Verplichtingen hoog-risico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03520" y="2011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Conformiteitsbeoordeling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documentatie (Art. 11)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Risicobeheersysteem (Art. 9)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Menselijk toezicht (Art. 14)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Transparantie richting kandidaten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Registratie EU-database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klok tikt: implementatietijdlijn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2468880"/>
            <a:ext cx="713232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2331720"/>
            <a:ext cx="274320" cy="274320"/>
          </a:xfrm>
          <a:prstGeom prst="ellipse">
            <a:avLst/>
          </a:prstGeom>
          <a:solidFill>
            <a:srgbClr val="E85D2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AI-geletterdheid verplicht (Art. 4)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2331720"/>
            <a:ext cx="274320" cy="274320"/>
          </a:xfrm>
          <a:prstGeom prst="ellipse">
            <a:avLst/>
          </a:prstGeom>
          <a:solidFill>
            <a:srgbClr val="E85D26"/>
          </a:solidFill>
          <a:ln/>
        </p:spPr>
      </p:sp>
      <p:sp>
        <p:nvSpPr>
          <p:cNvPr id="10" name="Text 7"/>
          <p:cNvSpPr/>
          <p:nvPr/>
        </p:nvSpPr>
        <p:spPr>
          <a:xfrm>
            <a:off x="24688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37744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Verboden AI-praktijken van kracht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2331720"/>
            <a:ext cx="274320" cy="27432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9768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Hoog-risico verplichtingen (HR/recruitment)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66560" y="233172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1792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handhaving alle bepalingen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4023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Augustus 2026: nog 16 maanden om compliant te zijn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Normelo maakt compliance eenvoudig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platform voor AI-geletterdheid, certificering en doorlopende kennisopbouw.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874520"/>
            <a:ext cx="914400" cy="91440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Rolspecifieke modules voor recruiters, hiring managers, compliance en directie. Sector-specifieke AI-risico's.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6459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874520"/>
            <a:ext cx="914400" cy="91440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Certificeer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70332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na afronding. Certificaat met scope, geldigheidsdatum en uniek ID. Hercertificering na 12 maanden.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5160" y="1874520"/>
            <a:ext cx="914400" cy="91440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1031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46520" y="33375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met voortgang per medewerker. Audit-export in 60 seconden. Kennisbank blijft actueel.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maakt Normelo anders?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AI-tutor in de cursus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1732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Medewerkers krijgen direct antwoord op vragen tijdens het leren. Geen wachten op een trainer.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Sectorspecifiek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532120" y="1691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generieke AI-cursus. Content specifiek voor werving, selectie en matching in de uitzendbranche.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Doorlopende kennisbank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417320" y="3429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eenmalig examen. Klanten krijgen toegang tot een actuele kennisbank die meegroeit met de regelgeving.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rgbClr val="FFF0E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Audit-proof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5532120" y="3429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 kan binnen 60 seconden bewijs exporteren. Certificaten, voortgang, tijdstempels.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krijgt u?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Certificering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Rolspecifieke trainingsmodules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AI-tutor voor directe hulp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met certificaat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12-maanden geldigheid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+ voortgang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Audit-export (CSV + PDF)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herinneringen hercertificering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657600" cy="50292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Kennisbank (add-on)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Sectorspecifieke AI Act wiki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Maandelijkse updates bij nieuwe guidance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stellen tegen de kennisbank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rapportages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actueel hercertificeringsmateriaal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deze maand met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Act compliance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medewerkers gecertificeerd binnen 2 weken.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een demo → normelo.nl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Gérard  •  ringenaldus@gmail.com  •  hireai-certified.vercel.app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Normelo — AI Act Compliance voor de Uitzendbranche</dc:title>
  <dc:subject>PptxGenJS Presentation</dc:subject>
  <dc:creator>Normelo</dc:creator>
  <cp:lastModifiedBy>Normelo</cp:lastModifiedBy>
  <cp:revision>1</cp:revision>
  <dcterms:created xsi:type="dcterms:W3CDTF">2026-04-08T09:29:14Z</dcterms:created>
  <dcterms:modified xsi:type="dcterms:W3CDTF">2026-04-08T09:29:14Z</dcterms:modified>
</cp:coreProperties>
</file>